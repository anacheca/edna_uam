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DF3A1-4B70-494A-B789-6398397456CA}" v="3" dt="2026-04-27T08:30:49.8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on Gallego Simon" userId="d2dbacd0-c81d-4f65-8fe2-a388b80a5b97" providerId="ADAL" clId="{69982B7A-B42D-4A15-87DC-100B6479839C}"/>
    <pc:docChg chg="custSel addSld modSld">
      <pc:chgData name="Ramon Gallego Simon" userId="d2dbacd0-c81d-4f65-8fe2-a388b80a5b97" providerId="ADAL" clId="{69982B7A-B42D-4A15-87DC-100B6479839C}" dt="2026-04-27T08:36:52.773" v="20" actId="14100"/>
      <pc:docMkLst>
        <pc:docMk/>
      </pc:docMkLst>
      <pc:sldChg chg="modSp mod">
        <pc:chgData name="Ramon Gallego Simon" userId="d2dbacd0-c81d-4f65-8fe2-a388b80a5b97" providerId="ADAL" clId="{69982B7A-B42D-4A15-87DC-100B6479839C}" dt="2026-04-27T08:28:10.930" v="11" actId="20577"/>
        <pc:sldMkLst>
          <pc:docMk/>
          <pc:sldMk cId="2138953684" sldId="260"/>
        </pc:sldMkLst>
        <pc:spChg chg="mod">
          <ac:chgData name="Ramon Gallego Simon" userId="d2dbacd0-c81d-4f65-8fe2-a388b80a5b97" providerId="ADAL" clId="{69982B7A-B42D-4A15-87DC-100B6479839C}" dt="2026-04-27T08:28:10.930" v="11" actId="20577"/>
          <ac:spMkLst>
            <pc:docMk/>
            <pc:sldMk cId="2138953684" sldId="260"/>
            <ac:spMk id="2" creationId="{8A6F3852-D7C3-CA4A-BF64-5B1EC68CF7B5}"/>
          </ac:spMkLst>
        </pc:spChg>
      </pc:sldChg>
      <pc:sldChg chg="addSp modSp mod">
        <pc:chgData name="Ramon Gallego Simon" userId="d2dbacd0-c81d-4f65-8fe2-a388b80a5b97" providerId="ADAL" clId="{69982B7A-B42D-4A15-87DC-100B6479839C}" dt="2026-04-27T08:31:21.063" v="14" actId="14100"/>
        <pc:sldMkLst>
          <pc:docMk/>
          <pc:sldMk cId="1623778820" sldId="262"/>
        </pc:sldMkLst>
        <pc:spChg chg="add">
          <ac:chgData name="Ramon Gallego Simon" userId="d2dbacd0-c81d-4f65-8fe2-a388b80a5b97" providerId="ADAL" clId="{69982B7A-B42D-4A15-87DC-100B6479839C}" dt="2026-04-27T08:29:51.213" v="12"/>
          <ac:spMkLst>
            <pc:docMk/>
            <pc:sldMk cId="1623778820" sldId="262"/>
            <ac:spMk id="3" creationId="{098987BE-AE4C-5D88-6E78-467EAD1D15BC}"/>
          </ac:spMkLst>
        </pc:spChg>
        <pc:picChg chg="mod">
          <ac:chgData name="Ramon Gallego Simon" userId="d2dbacd0-c81d-4f65-8fe2-a388b80a5b97" providerId="ADAL" clId="{69982B7A-B42D-4A15-87DC-100B6479839C}" dt="2026-04-27T08:31:21.063" v="14" actId="14100"/>
          <ac:picMkLst>
            <pc:docMk/>
            <pc:sldMk cId="1623778820" sldId="262"/>
            <ac:picMk id="9" creationId="{C3B68F89-41CE-0328-CF68-D565DB5AF7C8}"/>
          </ac:picMkLst>
        </pc:picChg>
      </pc:sldChg>
      <pc:sldChg chg="addSp delSp modSp add mod">
        <pc:chgData name="Ramon Gallego Simon" userId="d2dbacd0-c81d-4f65-8fe2-a388b80a5b97" providerId="ADAL" clId="{69982B7A-B42D-4A15-87DC-100B6479839C}" dt="2026-04-27T08:36:52.773" v="20" actId="14100"/>
        <pc:sldMkLst>
          <pc:docMk/>
          <pc:sldMk cId="3568231434" sldId="263"/>
        </pc:sldMkLst>
        <pc:spChg chg="mod">
          <ac:chgData name="Ramon Gallego Simon" userId="d2dbacd0-c81d-4f65-8fe2-a388b80a5b97" providerId="ADAL" clId="{69982B7A-B42D-4A15-87DC-100B6479839C}" dt="2026-04-27T08:27:33.797" v="3" actId="207"/>
          <ac:spMkLst>
            <pc:docMk/>
            <pc:sldMk cId="3568231434" sldId="263"/>
            <ac:spMk id="2" creationId="{415F9B39-BDC8-938A-E405-AF6D3D47E0AD}"/>
          </ac:spMkLst>
        </pc:spChg>
        <pc:picChg chg="add mod modCrop">
          <ac:chgData name="Ramon Gallego Simon" userId="d2dbacd0-c81d-4f65-8fe2-a388b80a5b97" providerId="ADAL" clId="{69982B7A-B42D-4A15-87DC-100B6479839C}" dt="2026-04-27T08:36:52.773" v="20" actId="14100"/>
          <ac:picMkLst>
            <pc:docMk/>
            <pc:sldMk cId="3568231434" sldId="263"/>
            <ac:picMk id="6" creationId="{927E3738-2195-4597-78E6-8B922355644B}"/>
          </ac:picMkLst>
        </pc:picChg>
        <pc:picChg chg="del">
          <ac:chgData name="Ramon Gallego Simon" userId="d2dbacd0-c81d-4f65-8fe2-a388b80a5b97" providerId="ADAL" clId="{69982B7A-B42D-4A15-87DC-100B6479839C}" dt="2026-04-27T08:27:16.432" v="1" actId="478"/>
          <ac:picMkLst>
            <pc:docMk/>
            <pc:sldMk cId="3568231434" sldId="263"/>
            <ac:picMk id="9" creationId="{8906279D-3E92-794B-6EA9-0954A5D1879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61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47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609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65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86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4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855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290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55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91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847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344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DA9E18-3FA2-A031-B2E1-FDDBF842D7FB}"/>
              </a:ext>
            </a:extLst>
          </p:cNvPr>
          <p:cNvSpPr txBox="1"/>
          <p:nvPr/>
        </p:nvSpPr>
        <p:spPr>
          <a:xfrm>
            <a:off x="640079" y="1021842"/>
            <a:ext cx="3156857" cy="2642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Bef>
                <a:spcPct val="0"/>
              </a:spcBef>
              <a:spcAft>
                <a:spcPts val="600"/>
              </a:spcAft>
            </a:pPr>
            <a:r>
              <a:rPr lang="en-US" sz="4400" b="1" dirty="0" err="1">
                <a:latin typeface="+mj-lt"/>
                <a:ea typeface="+mj-ea"/>
                <a:cs typeface="+mj-cs"/>
              </a:rPr>
              <a:t>DNASoup</a:t>
            </a:r>
            <a:endParaRPr lang="en-US" sz="4400" b="1" dirty="0"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3A6580-4083-4F55-76C2-6044C62B9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4304538"/>
            <a:ext cx="3156857" cy="136245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700"/>
              <a:t>Propuesta de Objetivos, Localidades y Logísitica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50527CE-FCD0-40C8-B37A-39331C2A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011930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8D6ED53-0BC4-9A34-94C9-90F81AE51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641" y="4229108"/>
            <a:ext cx="6876288" cy="159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395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257DCA-2954-5AE6-19B2-06FCA107D497}"/>
              </a:ext>
            </a:extLst>
          </p:cNvPr>
          <p:cNvSpPr txBox="1"/>
          <p:nvPr/>
        </p:nvSpPr>
        <p:spPr>
          <a:xfrm>
            <a:off x="640079" y="0"/>
            <a:ext cx="3156857" cy="9015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Bef>
                <a:spcPct val="0"/>
              </a:spcBef>
              <a:spcAft>
                <a:spcPts val="600"/>
              </a:spcAft>
            </a:pPr>
            <a:r>
              <a:rPr lang="en-US" sz="3200" b="1" dirty="0" err="1">
                <a:latin typeface="+mj-lt"/>
                <a:ea typeface="+mj-ea"/>
                <a:cs typeface="+mj-cs"/>
              </a:rPr>
              <a:t>DNASoup</a:t>
            </a:r>
            <a:endParaRPr lang="en-US" sz="32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2FE442-73F6-C99F-FDC1-B5482260F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994" y="257300"/>
            <a:ext cx="3153006" cy="73307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EB3351-6ACD-4C77-13F4-0B4C8A30014A}"/>
              </a:ext>
            </a:extLst>
          </p:cNvPr>
          <p:cNvCxnSpPr/>
          <p:nvPr/>
        </p:nvCxnSpPr>
        <p:spPr>
          <a:xfrm>
            <a:off x="0" y="1091073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686C95B-9F08-E611-0C28-7F308795AADE}"/>
              </a:ext>
            </a:extLst>
          </p:cNvPr>
          <p:cNvSpPr txBox="1"/>
          <p:nvPr/>
        </p:nvSpPr>
        <p:spPr>
          <a:xfrm>
            <a:off x="1304925" y="1419225"/>
            <a:ext cx="4572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Objetivos: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Maximizar la detección de biodiversidad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Capturar la variabilidad espacial y estacional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Utilizar marcadores optimizados para distintos grupos: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dirty="0"/>
              <a:t>Vertebrados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dirty="0"/>
              <a:t>Eucariotas / metazoos</a:t>
            </a:r>
          </a:p>
        </p:txBody>
      </p:sp>
    </p:spTree>
    <p:extLst>
      <p:ext uri="{BB962C8B-B14F-4D97-AF65-F5344CB8AC3E}">
        <p14:creationId xmlns:p14="http://schemas.microsoft.com/office/powerpoint/2010/main" val="2605751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897EB-C7A2-F584-7D93-333B2F3AD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6D5C55-3F78-72EB-EF82-6ED589BD4A3C}"/>
              </a:ext>
            </a:extLst>
          </p:cNvPr>
          <p:cNvSpPr txBox="1"/>
          <p:nvPr/>
        </p:nvSpPr>
        <p:spPr>
          <a:xfrm>
            <a:off x="640079" y="0"/>
            <a:ext cx="3156857" cy="9015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Bef>
                <a:spcPct val="0"/>
              </a:spcBef>
              <a:spcAft>
                <a:spcPts val="600"/>
              </a:spcAft>
            </a:pPr>
            <a:r>
              <a:rPr lang="en-US" sz="3200" b="1" dirty="0" err="1">
                <a:latin typeface="+mj-lt"/>
                <a:ea typeface="+mj-ea"/>
                <a:cs typeface="+mj-cs"/>
              </a:rPr>
              <a:t>DNASoup</a:t>
            </a:r>
            <a:endParaRPr lang="en-US" sz="32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535C46-71DA-1475-BA5F-3AA9F4536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994" y="257300"/>
            <a:ext cx="3153006" cy="73307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210C8D-F2E8-B493-26F9-F465693E15C1}"/>
              </a:ext>
            </a:extLst>
          </p:cNvPr>
          <p:cNvCxnSpPr/>
          <p:nvPr/>
        </p:nvCxnSpPr>
        <p:spPr>
          <a:xfrm>
            <a:off x="0" y="1091073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75F5377-5B84-B40C-8811-033FC242757A}"/>
              </a:ext>
            </a:extLst>
          </p:cNvPr>
          <p:cNvSpPr txBox="1"/>
          <p:nvPr/>
        </p:nvSpPr>
        <p:spPr>
          <a:xfrm>
            <a:off x="1304924" y="1419225"/>
            <a:ext cx="4676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Objetivos: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Capturar la variabilidad espacial y estacional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6F3852-D7C3-CA4A-BF64-5B1EC68CF7B5}"/>
              </a:ext>
            </a:extLst>
          </p:cNvPr>
          <p:cNvSpPr txBox="1"/>
          <p:nvPr/>
        </p:nvSpPr>
        <p:spPr>
          <a:xfrm>
            <a:off x="6619875" y="1600200"/>
            <a:ext cx="55721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Muestreos cada dos / tres meses (Afloramiento estival)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Variabilidad orográfica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Costa Oeste (zonas rocosas de ¿</a:t>
            </a:r>
            <a:r>
              <a:rPr lang="es-ES" i="1" dirty="0"/>
              <a:t>fácil?</a:t>
            </a:r>
            <a:r>
              <a:rPr lang="es-ES" dirty="0"/>
              <a:t> acceso)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Costa Este (arenales)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Zonas terrestres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Variabilidad de muestreo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eDNA</a:t>
            </a:r>
            <a:r>
              <a:rPr lang="es-ES" dirty="0"/>
              <a:t> de agua: 1L de agua cogida in situ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nsDNA</a:t>
            </a:r>
            <a:r>
              <a:rPr lang="es-ES" dirty="0"/>
              <a:t>: tejido de esponjas (equipo ligero de buceo o pozas intermareales)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eDNA</a:t>
            </a:r>
            <a:r>
              <a:rPr lang="es-ES" dirty="0"/>
              <a:t> del aire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E2CEA8-CC3F-0D30-475E-9C6A48EE6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469" y="2271562"/>
            <a:ext cx="2936531" cy="458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953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738D9-9C20-D554-25CB-10DBD7145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324ADD-C538-07EE-412E-815E9DFA1B0F}"/>
              </a:ext>
            </a:extLst>
          </p:cNvPr>
          <p:cNvSpPr txBox="1"/>
          <p:nvPr/>
        </p:nvSpPr>
        <p:spPr>
          <a:xfrm>
            <a:off x="640079" y="0"/>
            <a:ext cx="3156857" cy="9015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Bef>
                <a:spcPct val="0"/>
              </a:spcBef>
              <a:spcAft>
                <a:spcPts val="600"/>
              </a:spcAft>
            </a:pPr>
            <a:r>
              <a:rPr lang="en-US" sz="3200" b="1" dirty="0" err="1">
                <a:latin typeface="+mj-lt"/>
                <a:ea typeface="+mj-ea"/>
                <a:cs typeface="+mj-cs"/>
              </a:rPr>
              <a:t>DNASoup</a:t>
            </a:r>
            <a:endParaRPr lang="en-US" sz="32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271C6C-9BFD-D0D3-E372-2EA16DE36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994" y="257300"/>
            <a:ext cx="3153006" cy="73307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E82741-13F8-135A-5987-C13520DB4B86}"/>
              </a:ext>
            </a:extLst>
          </p:cNvPr>
          <p:cNvCxnSpPr/>
          <p:nvPr/>
        </p:nvCxnSpPr>
        <p:spPr>
          <a:xfrm>
            <a:off x="0" y="1091073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FC4AF4-A040-9F14-A2F2-E5DF3B5BA7B2}"/>
              </a:ext>
            </a:extLst>
          </p:cNvPr>
          <p:cNvSpPr txBox="1"/>
          <p:nvPr/>
        </p:nvSpPr>
        <p:spPr>
          <a:xfrm>
            <a:off x="1304924" y="1419225"/>
            <a:ext cx="467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Métodos de recolección de muestras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8ECC24-A07E-5AF5-587C-37E0D7A07BEA}"/>
              </a:ext>
            </a:extLst>
          </p:cNvPr>
          <p:cNvSpPr txBox="1"/>
          <p:nvPr/>
        </p:nvSpPr>
        <p:spPr>
          <a:xfrm>
            <a:off x="1733434" y="1788557"/>
            <a:ext cx="55721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eDNA</a:t>
            </a:r>
            <a:r>
              <a:rPr lang="es-ES" dirty="0"/>
              <a:t> de agua: 1L de agua cogida in situ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bg1">
                    <a:lumMod val="65000"/>
                  </a:schemeClr>
                </a:solidFill>
              </a:rPr>
              <a:t>nsDNA</a:t>
            </a:r>
            <a:r>
              <a:rPr lang="es-ES" dirty="0">
                <a:solidFill>
                  <a:schemeClr val="bg1">
                    <a:lumMod val="65000"/>
                  </a:schemeClr>
                </a:solidFill>
              </a:rPr>
              <a:t>: tejido de esponjas (equipo ligero de buceo o pozas intermareales)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bg1">
                    <a:lumMod val="65000"/>
                  </a:schemeClr>
                </a:solidFill>
              </a:rPr>
              <a:t>eDNA</a:t>
            </a:r>
            <a:r>
              <a:rPr lang="es-ES" dirty="0">
                <a:solidFill>
                  <a:schemeClr val="bg1">
                    <a:lumMod val="65000"/>
                  </a:schemeClr>
                </a:solidFill>
              </a:rPr>
              <a:t> del aire</a:t>
            </a:r>
          </a:p>
        </p:txBody>
      </p:sp>
      <p:pic>
        <p:nvPicPr>
          <p:cNvPr id="9" name="Picture 8" descr="A person in a red jacket holding a rope in the water&#10;&#10;AI-generated content may be incorrect.">
            <a:extLst>
              <a:ext uri="{FF2B5EF4-FFF2-40B4-BE49-F238E27FC236}">
                <a16:creationId xmlns:a16="http://schemas.microsoft.com/office/drawing/2014/main" id="{EB1842B8-FE9A-3081-540E-D98965C6F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29000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179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19D1B-C497-2190-C3B3-C6162B33A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606AAF-D4E2-202A-4D17-419DC877391D}"/>
              </a:ext>
            </a:extLst>
          </p:cNvPr>
          <p:cNvSpPr txBox="1"/>
          <p:nvPr/>
        </p:nvSpPr>
        <p:spPr>
          <a:xfrm>
            <a:off x="640079" y="0"/>
            <a:ext cx="3156857" cy="9015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Bef>
                <a:spcPct val="0"/>
              </a:spcBef>
              <a:spcAft>
                <a:spcPts val="600"/>
              </a:spcAft>
            </a:pPr>
            <a:r>
              <a:rPr lang="en-US" sz="3200" b="1" dirty="0" err="1">
                <a:latin typeface="+mj-lt"/>
                <a:ea typeface="+mj-ea"/>
                <a:cs typeface="+mj-cs"/>
              </a:rPr>
              <a:t>DNASoup</a:t>
            </a:r>
            <a:endParaRPr lang="en-US" sz="32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CE8081-61A1-BA06-7266-BC8289831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994" y="257300"/>
            <a:ext cx="3153006" cy="73307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D0F248-B7DC-4F52-5283-8052A54A2447}"/>
              </a:ext>
            </a:extLst>
          </p:cNvPr>
          <p:cNvCxnSpPr/>
          <p:nvPr/>
        </p:nvCxnSpPr>
        <p:spPr>
          <a:xfrm>
            <a:off x="0" y="1091073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1DB54B9-287F-A0A7-39B0-5DFCB4FF3EAD}"/>
              </a:ext>
            </a:extLst>
          </p:cNvPr>
          <p:cNvSpPr txBox="1"/>
          <p:nvPr/>
        </p:nvSpPr>
        <p:spPr>
          <a:xfrm>
            <a:off x="1304924" y="1419225"/>
            <a:ext cx="467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Métodos de recolección de muestras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FE1E4F-0AAE-3414-027F-7D3FE6A0C013}"/>
              </a:ext>
            </a:extLst>
          </p:cNvPr>
          <p:cNvSpPr txBox="1"/>
          <p:nvPr/>
        </p:nvSpPr>
        <p:spPr>
          <a:xfrm>
            <a:off x="1733434" y="1788557"/>
            <a:ext cx="55721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bg1">
                    <a:lumMod val="75000"/>
                  </a:schemeClr>
                </a:solidFill>
              </a:rPr>
              <a:t>eDNA</a:t>
            </a:r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 de agua: 1L de agua cogida in situ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nsDNA</a:t>
            </a:r>
            <a:r>
              <a:rPr lang="es-ES" dirty="0"/>
              <a:t>: tejido de esponjas (equipo ligero de buceo o pozas intermareales)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bg1">
                    <a:lumMod val="65000"/>
                  </a:schemeClr>
                </a:solidFill>
              </a:rPr>
              <a:t>eDNA</a:t>
            </a:r>
            <a:r>
              <a:rPr lang="es-ES" dirty="0">
                <a:solidFill>
                  <a:schemeClr val="bg1">
                    <a:lumMod val="65000"/>
                  </a:schemeClr>
                </a:solidFill>
              </a:rPr>
              <a:t> del aire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B68F89-41CE-0328-CF68-D565DB5AF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58124" y="1206500"/>
            <a:ext cx="4238625" cy="565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778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27053-DDB5-F743-A05F-4053E2F1F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B3B969-E671-EFEC-B2EA-CFBBDC6F5CA3}"/>
              </a:ext>
            </a:extLst>
          </p:cNvPr>
          <p:cNvSpPr txBox="1"/>
          <p:nvPr/>
        </p:nvSpPr>
        <p:spPr>
          <a:xfrm>
            <a:off x="640079" y="0"/>
            <a:ext cx="3156857" cy="9015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Bef>
                <a:spcPct val="0"/>
              </a:spcBef>
              <a:spcAft>
                <a:spcPts val="600"/>
              </a:spcAft>
            </a:pPr>
            <a:r>
              <a:rPr lang="en-US" sz="3200" b="1" dirty="0" err="1">
                <a:latin typeface="+mj-lt"/>
                <a:ea typeface="+mj-ea"/>
                <a:cs typeface="+mj-cs"/>
              </a:rPr>
              <a:t>DNASoup</a:t>
            </a:r>
            <a:endParaRPr lang="en-US" sz="32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C45F3-BEC2-E421-ACDB-955236363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994" y="257300"/>
            <a:ext cx="3153006" cy="73307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CB5D40-41F0-DC2D-8CA2-8E2638F7B993}"/>
              </a:ext>
            </a:extLst>
          </p:cNvPr>
          <p:cNvCxnSpPr/>
          <p:nvPr/>
        </p:nvCxnSpPr>
        <p:spPr>
          <a:xfrm>
            <a:off x="0" y="1091073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27D8CE5-63F0-DA3A-038E-1A97A2FD0D28}"/>
              </a:ext>
            </a:extLst>
          </p:cNvPr>
          <p:cNvSpPr txBox="1"/>
          <p:nvPr/>
        </p:nvSpPr>
        <p:spPr>
          <a:xfrm>
            <a:off x="1304924" y="1419225"/>
            <a:ext cx="467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Métodos de recolección de muestras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5F9B39-BDC8-938A-E405-AF6D3D47E0AD}"/>
              </a:ext>
            </a:extLst>
          </p:cNvPr>
          <p:cNvSpPr txBox="1"/>
          <p:nvPr/>
        </p:nvSpPr>
        <p:spPr>
          <a:xfrm>
            <a:off x="1733434" y="1788557"/>
            <a:ext cx="55721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bg1">
                    <a:lumMod val="75000"/>
                  </a:schemeClr>
                </a:solidFill>
              </a:rPr>
              <a:t>eDNA</a:t>
            </a:r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 de agua: 1L de agua cogida in situ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bg1">
                    <a:lumMod val="75000"/>
                  </a:schemeClr>
                </a:solidFill>
              </a:rPr>
              <a:t>nsDNA</a:t>
            </a:r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: tejido de esponjas (equipo ligero de buceo o pozas intermareales)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eDNA</a:t>
            </a:r>
            <a:r>
              <a:rPr lang="es-ES" dirty="0"/>
              <a:t> del aire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7E3738-2195-4597-78E6-8B92235564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2" t="31465" r="30447" b="21805"/>
          <a:stretch>
            <a:fillRect/>
          </a:stretch>
        </p:blipFill>
        <p:spPr>
          <a:xfrm>
            <a:off x="7038976" y="1191773"/>
            <a:ext cx="3933824" cy="551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231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BA33A-5634-58F3-CE21-989593C05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069D7-FBFF-6D53-6394-AFAB30CBC811}"/>
              </a:ext>
            </a:extLst>
          </p:cNvPr>
          <p:cNvSpPr txBox="1"/>
          <p:nvPr/>
        </p:nvSpPr>
        <p:spPr>
          <a:xfrm>
            <a:off x="640079" y="0"/>
            <a:ext cx="3156857" cy="9015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Bef>
                <a:spcPct val="0"/>
              </a:spcBef>
              <a:spcAft>
                <a:spcPts val="600"/>
              </a:spcAft>
            </a:pPr>
            <a:r>
              <a:rPr lang="en-US" sz="3200" b="1" dirty="0" err="1">
                <a:latin typeface="+mj-lt"/>
                <a:ea typeface="+mj-ea"/>
                <a:cs typeface="+mj-cs"/>
              </a:rPr>
              <a:t>DNASoup</a:t>
            </a:r>
            <a:endParaRPr lang="en-US" sz="32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56B82D-83C3-8DF8-F22C-605A48A0B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994" y="257300"/>
            <a:ext cx="3153006" cy="73307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C1CCEC-E409-030D-DD52-75587790A909}"/>
              </a:ext>
            </a:extLst>
          </p:cNvPr>
          <p:cNvCxnSpPr/>
          <p:nvPr/>
        </p:nvCxnSpPr>
        <p:spPr>
          <a:xfrm>
            <a:off x="0" y="1091073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98955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205</TotalTime>
  <Words>202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Grandview Display</vt:lpstr>
      <vt:lpstr>DashVTI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Ramon Gallego Simon</dc:creator>
  <cp:lastModifiedBy>Ramon Gallego Simon</cp:lastModifiedBy>
  <cp:revision>2</cp:revision>
  <dcterms:created xsi:type="dcterms:W3CDTF">2025-10-20T08:57:27Z</dcterms:created>
  <dcterms:modified xsi:type="dcterms:W3CDTF">2026-04-27T08:36:53Z</dcterms:modified>
</cp:coreProperties>
</file>